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Tree-crown detection vs the BBMP census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Is a municipal point census usable as ground truth for detectree2 crown detection?  ·  2026-07-30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6EBE78"/>
                </a:solidFill>
              </a:defRPr>
            </a:pPr>
            <a:r>
              <a:t>What we compared</a:t>
            </a:r>
          </a:p>
          <a:p>
            <a:pPr>
              <a:spcAft>
                <a:spcPts val="900"/>
              </a:spcAft>
              <a:defRPr sz="1700" b="0">
                <a:solidFill>
                  <a:srgbClr val="E8E8E2"/>
                </a:solidFill>
              </a:defRPr>
            </a:pPr>
            <a:r>
              <a:t>Model output: crown polygons from detectree2 on drone orthomosaics.</a:t>
            </a:r>
          </a:p>
          <a:p>
            <a:pPr>
              <a:spcAft>
                <a:spcPts val="900"/>
              </a:spcAft>
              <a:defRPr sz="1700" b="0">
                <a:solidFill>
                  <a:srgbClr val="E8E8E2"/>
                </a:solidFill>
              </a:defRPr>
            </a:pPr>
            <a:r>
              <a:t>Reference: BBMP July-2026 tree census — 701,016 GPS points, city-wide. Points, not outlines.</a:t>
            </a:r>
          </a:p>
          <a:p>
            <a:pPr>
              <a:spcAft>
                <a:spcPts val="900"/>
              </a:spcAft>
              <a:defRPr sz="1700" b="0">
                <a:solidFill>
                  <a:srgbClr val="E8E8E2"/>
                </a:solidFill>
              </a:defRPr>
            </a:pPr>
            <a:r>
              <a:t>Three orthos: JP Nagar (nominal 5 cm), the full drone_imagery block (3 cm), Lalbagh (3 cm).</a:t>
            </a:r>
          </a:p>
          <a:p>
            <a:pPr lvl="1">
              <a:spcAft>
                <a:spcPts val="500"/>
              </a:spcAft>
              <a:defRPr sz="1400" b="0">
                <a:solidFill>
                  <a:srgbClr val="9A9C95"/>
                </a:solidFill>
              </a:defRPr>
            </a:pPr>
            <a:r>
              <a:t>Every number here is produced by scripts in code/scripts/ — no manual measurement, no eyeballing a basemap.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Step 1 · Clipping the census to the image footprint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The census is city-wide; each ortho sees 0.07–1.24 km². Only points inside the image can be compared.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81328"/>
            <a:ext cx="11064240" cy="514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index_census.py  — one-time preparation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The raw census is a 228 MB GeoJSON with 702,109 features and no spatial index, so every query would re-parse the entire file.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Converted once to a GeoPackage (93 MB) carrying an R-tree index; 1,093 loadtesting* rows dropped → 701,016 real trees.</a:t>
            </a:r>
          </a:p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consensus_gt.load_census_in_bbox()  — per ortho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Read the ortho's bounds in its own CRS (EPSG:3857), then rasterio.warp.transform_bounds → EPSG:4326, the census CRS.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Query the GeoPackage with that bbox: the R-tree returns only points falling inside the image — O(bbox), not O(701k).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Reproject the selected points to EPSG:32643 (UTM 43N) before any distance or area maths.</a:t>
            </a:r>
          </a:p>
          <a:p>
            <a:pPr>
              <a:spcAft>
                <a:spcPts val="900"/>
              </a:spcAft>
              <a:defRPr sz="1550" b="0">
                <a:solidFill>
                  <a:srgbClr val="F0AA3C"/>
                </a:solidFill>
              </a:defRPr>
            </a:pPr>
            <a:r>
              <a:t>Why reproject: the orthos are Web Mercator, whose "metres" are inflated ~2.6% in length and ~5.8% in area at Bangalore's latitude. A 4 m GPS tolerance in EPSG:3857 is not 4 m on the ground.</a:t>
            </a:r>
          </a:p>
          <a:p>
            <a:pPr lvl="1">
              <a:spcAft>
                <a:spcPts val="500"/>
              </a:spcAft>
              <a:defRPr sz="1250" b="0">
                <a:solidFill>
                  <a:srgbClr val="9A9C95"/>
                </a:solidFill>
              </a:defRPr>
            </a:pPr>
            <a:r>
              <a:t>Verified: the R-tree bbox query and a strict point-in-bounds test return the identical count (958 for JP Nagar).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Step 1 · What the clip produced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701,016 city-wide points → only those inside each image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6916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2011680"/>
                <a:gridCol w="1828800"/>
                <a:gridCol w="173736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EBE78"/>
                          </a:solidFill>
                        </a:defRPr>
                      </a:pPr>
                      <a:r>
                        <a:t>ortho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EBE78"/>
                          </a:solidFill>
                        </a:defRPr>
                      </a:pPr>
                      <a:r>
                        <a:t>true extent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EBE78"/>
                          </a:solidFill>
                        </a:defRPr>
                      </a:pPr>
                      <a:r>
                        <a:t>GSD (nominal / true)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EBE78"/>
                          </a:solidFill>
                        </a:defRPr>
                      </a:pPr>
                      <a:r>
                        <a:t>census pts inside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6EBE78"/>
                          </a:solidFill>
                        </a:defRPr>
                      </a:pPr>
                      <a:r>
                        <a:t>consensus trees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jp_nagar…5cm_sample.tif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493 × 490 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5.0 / 4.87 cm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958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drone_imagery.tif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1108 × 1118 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3.0 / 2.92 cm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1,369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841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test_lalbagh_3cm.tif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274 × 257 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3.0 / 2.92 cm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E8E8E2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794760"/>
            <a:ext cx="110642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 b="0">
                <a:solidFill>
                  <a:srgbClr val="F0AA3C"/>
                </a:solidFill>
              </a:defRPr>
            </a:pPr>
            <a:r>
              <a:t>Lalbagh returned zero points — the census stops at the garden boundary (0 inside, 369 within ~0.6 km, 42,711 within ~2.2 km). It is Horticulture Department land, not BBMP ward trees, so no census comparison is possible there.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The clip is also what makes the coverage gap visible: the census footprint is a bounded ward blob, not the whole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Step 2 · How every model crown is categorised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compare_gt.CROWN_CATS — these are the exact RGB values drawn on the tiles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10896" cy="310896"/>
          </a:xfrm>
          <a:prstGeom prst="roundRect">
            <a:avLst/>
          </a:prstGeom>
          <a:solidFill>
            <a:srgbClr val="3CC85A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" y="15361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C85A"/>
                </a:solidFill>
                <a:latin typeface="Consolas"/>
              </a:rPr>
              <a:t>validated   </a:t>
            </a:r>
            <a:r>
              <a:rPr sz="1350">
                <a:solidFill>
                  <a:srgbClr val="E8E8E2"/>
                </a:solidFill>
              </a:rPr>
              <a:t>“validated by census”    </a:t>
            </a:r>
            <a:r>
              <a:rPr sz="1350" i="1">
                <a:solidFill>
                  <a:srgbClr val="9A9C95"/>
                </a:solidFill>
              </a:rPr>
              <a:t>← exactly 1 consensus tree inside the crown + 4 m buffer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310896" cy="310896"/>
          </a:xfrm>
          <a:prstGeom prst="roundRect">
            <a:avLst/>
          </a:prstGeom>
          <a:solidFill>
            <a:srgbClr val="FF961E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" y="21396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961E"/>
                </a:solidFill>
                <a:latin typeface="Consolas"/>
              </a:rPr>
              <a:t>merged   </a:t>
            </a:r>
            <a:r>
              <a:rPr sz="1350">
                <a:solidFill>
                  <a:srgbClr val="E8E8E2"/>
                </a:solidFill>
              </a:rPr>
              <a:t>“merged (&gt;=2 census trees)”    </a:t>
            </a:r>
            <a:r>
              <a:rPr sz="1350" i="1">
                <a:solidFill>
                  <a:srgbClr val="9A9C95"/>
                </a:solidFill>
              </a:rPr>
              <a:t>← 2 or more consensus trees in one crown → under-count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310896" cy="310896"/>
          </a:xfrm>
          <a:prstGeom prst="roundRect">
            <a:avLst/>
          </a:prstGeom>
          <a:solidFill>
            <a:srgbClr val="F5E13C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E13C"/>
                </a:solidFill>
                <a:latin typeface="Consolas"/>
              </a:rPr>
              <a:t>green_nopt   </a:t>
            </a:r>
            <a:r>
              <a:rPr sz="1350">
                <a:solidFill>
                  <a:srgbClr val="E8E8E2"/>
                </a:solidFill>
              </a:rPr>
              <a:t>“green, no census point”    </a:t>
            </a:r>
            <a:r>
              <a:rPr sz="1350" i="1">
                <a:solidFill>
                  <a:srgbClr val="9A9C95"/>
                </a:solidFill>
              </a:rPr>
              <a:t>← 0 census trees but crown ExG &gt; 15 → real, unsurveyed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10712"/>
            <a:ext cx="310896" cy="310896"/>
          </a:xfrm>
          <a:prstGeom prst="roundRect">
            <a:avLst/>
          </a:prstGeom>
          <a:solidFill>
            <a:srgbClr val="EB3C3C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5568" y="3346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3C3C"/>
                </a:solidFill>
                <a:latin typeface="Consolas"/>
              </a:rPr>
              <a:t>likely_fp   </a:t>
            </a:r>
            <a:r>
              <a:rPr sz="1350">
                <a:solidFill>
                  <a:srgbClr val="E8E8E2"/>
                </a:solidFill>
              </a:rPr>
              <a:t>“not green, no point (FP?)”    </a:t>
            </a:r>
            <a:r>
              <a:rPr sz="1350" i="1">
                <a:solidFill>
                  <a:srgbClr val="9A9C95"/>
                </a:solidFill>
              </a:rPr>
              <a:t>← 0 census trees and ExG ≤ 15 → not on vegetation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The rule, in order (compare_gt.classify)</a:t>
            </a:r>
          </a:p>
          <a:p>
            <a:pPr lvl="1">
              <a:spcAft>
                <a:spcPts val="900"/>
              </a:spcAft>
              <a:defRPr sz="1300" b="0">
                <a:solidFill>
                  <a:srgbClr val="E8E8E2"/>
                </a:solidFill>
                <a:latin typeface="Consolas"/>
              </a:defRPr>
            </a:pPr>
            <a:r>
              <a:t>n_clusters &gt;= 2 -&gt; merged;  == 1 -&gt; validated;  == 0 -&gt; green_nopt if ExG &gt; 15 else likely_fp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Two independent signals do the work: proximity (is a surveyed tree here?) and greenness (is this vegetation at all?). Greenness is what separates "the survey missed it" from "the detector was wrong".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Step 2 · How every census tree is categorised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compare_gt.POINT_CATS — same colours as the right-hand panel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10896" cy="310896"/>
          </a:xfrm>
          <a:prstGeom prst="roundRect">
            <a:avLst/>
          </a:prstGeom>
          <a:solidFill>
            <a:srgbClr val="3CC85A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" y="153619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CC85A"/>
                </a:solidFill>
                <a:latin typeface="Consolas"/>
              </a:rPr>
              <a:t>confirmed   </a:t>
            </a:r>
            <a:r>
              <a:rPr sz="1350">
                <a:solidFill>
                  <a:srgbClr val="E8E8E2"/>
                </a:solidFill>
              </a:rPr>
              <a:t>“confirmed by a crown”    </a:t>
            </a:r>
            <a:r>
              <a:rPr sz="1350" i="1">
                <a:solidFill>
                  <a:srgbClr val="9A9C95"/>
                </a:solidFill>
              </a:rPr>
              <a:t>← a crown claims it AND it is on canopy → usable 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03704"/>
            <a:ext cx="310896" cy="310896"/>
          </a:xfrm>
          <a:prstGeom prst="roundRect">
            <a:avLst/>
          </a:prstGeom>
          <a:solidFill>
            <a:srgbClr val="AAAF3C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15568" y="2139696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AAF3C"/>
                </a:solidFill>
                <a:latin typeface="Consolas"/>
              </a:rPr>
              <a:t>matched_offcanopy   </a:t>
            </a:r>
            <a:r>
              <a:rPr sz="1350">
                <a:solidFill>
                  <a:srgbClr val="E8E8E2"/>
                </a:solidFill>
              </a:rPr>
              <a:t>“matched but not green”    </a:t>
            </a:r>
            <a:r>
              <a:rPr sz="1350" i="1">
                <a:solidFill>
                  <a:srgbClr val="9A9C95"/>
                </a:solidFill>
              </a:rPr>
              <a:t>← a crown claims it but ExG ≤ 15 → suspect location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07208"/>
            <a:ext cx="310896" cy="310896"/>
          </a:xfrm>
          <a:prstGeom prst="roundRect">
            <a:avLst/>
          </a:prstGeom>
          <a:solidFill>
            <a:srgbClr val="46BEFF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6BEFF"/>
                </a:solidFill>
                <a:latin typeface="Consolas"/>
              </a:rPr>
              <a:t>missed_by_model   </a:t>
            </a:r>
            <a:r>
              <a:rPr sz="1350">
                <a:solidFill>
                  <a:srgbClr val="E8E8E2"/>
                </a:solidFill>
              </a:rPr>
              <a:t>“on canopy, no crown”    </a:t>
            </a:r>
            <a:r>
              <a:rPr sz="1350" i="1">
                <a:solidFill>
                  <a:srgbClr val="9A9C95"/>
                </a:solidFill>
              </a:rPr>
              <a:t>← on canopy, no crown → detector false negative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10712"/>
            <a:ext cx="310896" cy="310896"/>
          </a:xfrm>
          <a:prstGeom prst="roundRect">
            <a:avLst/>
          </a:prstGeom>
          <a:solidFill>
            <a:srgbClr val="EB3C3C"/>
          </a:solidFill>
          <a:ln w="9525">
            <a:solidFill>
              <a:srgbClr val="D0D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5568" y="3346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B3C3C"/>
                </a:solidFill>
                <a:latin typeface="Consolas"/>
              </a:rPr>
              <a:t>bad_census   </a:t>
            </a:r>
            <a:r>
              <a:rPr sz="1350">
                <a:solidFill>
                  <a:srgbClr val="E8E8E2"/>
                </a:solidFill>
              </a:rPr>
              <a:t>“off canopy, no crown”    </a:t>
            </a:r>
            <a:r>
              <a:rPr sz="1350" i="1">
                <a:solidFill>
                  <a:srgbClr val="9A9C95"/>
                </a:solidFill>
              </a:rPr>
              <a:t>← off canopy, no crown → GPS error / felled / sapling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1064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The rule (compare_gt.classify)</a:t>
            </a:r>
          </a:p>
          <a:p>
            <a:pPr lvl="1">
              <a:spcAft>
                <a:spcPts val="900"/>
              </a:spcAft>
              <a:defRPr sz="1300" b="0">
                <a:solidFill>
                  <a:srgbClr val="E8E8E2"/>
                </a:solidFill>
                <a:latin typeface="Consolas"/>
              </a:defRPr>
            </a:pPr>
            <a:r>
              <a:t>matched -&gt; confirmed if on_canopy else matched_offcanopy;   unmatched -&gt; missed_by_model if on_canopy else bad_census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matched = the point lies inside a crown buffered by 4 m.    on_canopy = ExG sampled at the point &gt; 15.</a:t>
            </a:r>
          </a:p>
          <a:p>
            <a:pPr lvl="1">
              <a:spcAft>
                <a:spcPts val="500"/>
              </a:spcAft>
              <a:defRPr sz="1250" b="0">
                <a:solidFill>
                  <a:srgbClr val="9A9C95"/>
                </a:solidFill>
              </a:defRPr>
            </a:pPr>
            <a:r>
              <a:t>ExG = 2G − R − B, read straight off the ortho. It detects vegetation, so ~14–21% of the mask is mown grass, not tree crown.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Step 2 · Duplicates and multi-point crowns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The census surveys the same tree repeatedly — raw counts are meaningless without collapsing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 b="1">
                <a:solidFill>
                  <a:srgbClr val="6EBE78"/>
                </a:solidFill>
              </a:defRPr>
            </a:pPr>
            <a:r>
              <a:t>Duplicate survey points → one consensus tree</a:t>
            </a:r>
          </a:p>
          <a:p>
            <a:pPr>
              <a:spcAft>
                <a:spcPts val="900"/>
              </a:spcAft>
              <a:defRPr sz="1450" b="0">
                <a:solidFill>
                  <a:srgbClr val="E8E8E2"/>
                </a:solidFill>
              </a:defRPr>
            </a:pPr>
            <a:r>
              <a:t>DBSCAN(eps = 4 m, min_samples = 1) on the UTM coordinates. Each cluster becomes one consensus tree at the centroid, carrying n_pts as an agreement weight. JP Nagar: 958 raw points → 594 consensus trees.</a:t>
            </a:r>
          </a:p>
          <a:p>
            <a:pPr lvl="1">
              <a:spcAft>
                <a:spcPts val="500"/>
              </a:spcAft>
              <a:defRPr sz="1150" b="0">
                <a:solidFill>
                  <a:srgbClr val="9A9C95"/>
                </a:solidFill>
              </a:defRPr>
            </a:pPr>
            <a:r>
              <a:t>Dot size on every tile grows with n_pts and counts ≥ 5 are labelled, so heavily-surveyed trees stay visible.</a:t>
            </a:r>
          </a:p>
          <a:p>
            <a:pPr>
              <a:spcAft>
                <a:spcPts val="900"/>
              </a:spcAft>
              <a:defRPr sz="1450" b="1">
                <a:solidFill>
                  <a:srgbClr val="6EBE78"/>
                </a:solidFill>
              </a:defRPr>
            </a:pPr>
            <a:r>
              <a:t>Several consensus trees inside one crown → merged</a:t>
            </a:r>
          </a:p>
          <a:p>
            <a:pPr>
              <a:spcAft>
                <a:spcPts val="900"/>
              </a:spcAft>
              <a:defRPr sz="1450" b="0">
                <a:solidFill>
                  <a:srgbClr val="E8E8E2"/>
                </a:solidFill>
              </a:defRPr>
            </a:pPr>
            <a:r>
              <a:t>Each crown is buffered by 4 m (GPS error) and spatially joined against the consensus points; n_clusters counts DISTINCT clusters inside. n_clusters ≥ 2 means the detector fused neighbouring trees into one polygon — an under-count, not a false positive.</a:t>
            </a:r>
          </a:p>
          <a:p>
            <a:pPr lvl="1">
              <a:spcAft>
                <a:spcPts val="500"/>
              </a:spcAft>
              <a:defRPr sz="1150" b="0">
                <a:solidFill>
                  <a:srgbClr val="9A9C95"/>
                </a:solidFill>
              </a:defRPr>
            </a:pPr>
            <a:r>
              <a:t>Collapsing first is what makes this readable: without it, 18 raw points on one crown would look like 18 separate trees.</a:t>
            </a:r>
          </a:p>
          <a:p>
            <a:pPr>
              <a:spcAft>
                <a:spcPts val="900"/>
              </a:spcAft>
              <a:defRPr sz="1450" b="1">
                <a:solidFill>
                  <a:srgbClr val="6EBE78"/>
                </a:solidFill>
              </a:defRPr>
            </a:pPr>
            <a:r>
              <a:t>Overlapping crowns</a:t>
            </a:r>
          </a:p>
          <a:p>
            <a:pPr>
              <a:spcAft>
                <a:spcPts val="900"/>
              </a:spcAft>
              <a:defRPr sz="1450" b="0">
                <a:solidFill>
                  <a:srgbClr val="E8E8E2"/>
                </a:solidFill>
              </a:defRPr>
            </a:pPr>
            <a:r>
              <a:t>Crowns may overlap, so a point inside two buffered crowns counts for both. Verified against an independent brute-force STRtree recomputation: 672/672 crowns agree, matched sets identical, maximum matched distance 3.979 m ≤ the 4 m tolerance.</a:t>
            </a:r>
          </a:p>
          <a:p>
            <a:pPr>
              <a:spcAft>
                <a:spcPts val="900"/>
              </a:spcAft>
              <a:defRPr sz="1450" b="0">
                <a:solidFill>
                  <a:srgbClr val="F0AA3C"/>
                </a:solidFill>
              </a:defRPr>
            </a:pPr>
            <a:r>
              <a:t>Known limit: min_samples=1 is single-linkage, so clusters chain. The largest spans 15.3 m — several trees merged, not one re-surveyed. Cluster count is eps-sensitive: 594 / 702 / 808 at 4 / 3 / 2 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Model crowns vs census trees — the numbers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JP Nagar run C and drone_imagery run E (tile 40 / buffer 5 / conf 0.35)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572768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6EBE78"/>
                          </a:solidFill>
                        </a:defRPr>
                      </a:pP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6EBE78"/>
                          </a:solidFill>
                        </a:defRPr>
                      </a:pPr>
                      <a:r>
                        <a:t>JP Nagar (C)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6EBE78"/>
                          </a:solidFill>
                        </a:defRPr>
                      </a:pPr>
                      <a:r>
                        <a:t>drone_imagery (E)</a:t>
                      </a:r>
                    </a:p>
                  </a:txBody>
                  <a:tcPr>
                    <a:solidFill>
                      <a:srgbClr val="2A2E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model crowns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672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2,381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census consensus trees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841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confirmed by a crown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matched but not green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178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on canopy, no crown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off canopy, no crown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166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278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merged crowns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on-canopy census found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census points on canopy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canopy enclosed (by area)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50">
                          <a:solidFill>
                            <a:srgbClr val="E8E8E2"/>
                          </a:solidFill>
                        </a:defRPr>
                      </a:pPr>
                      <a:r>
                        <a:t>11.9%</a:t>
                      </a:r>
                    </a:p>
                  </a:txBody>
                  <a:tcPr>
                    <a:solidFill>
                      <a:srgbClr val="1E211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Only half the census points sit on canopy at all — the ceiling on usable ground truth. Of those that do, the model now finds ~56%.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Where the two agree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MODEL crowns (left)  vs  CENSUS trees (right) · identical imagery · JP Nagar run C · tile r07_c05 · 50 m across</a:t>
            </a:r>
          </a:p>
        </p:txBody>
      </p:sp>
      <p:pic>
        <p:nvPicPr>
          <p:cNvPr id="3" name="Picture 2" descr="r07_c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01" y="1517904"/>
            <a:ext cx="761751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Crowns (left): 6 validated · 9 merged · 4 green-no-point · 1 likely-FP. Census trees (right): 10 confirmed · 6 matched-but-not-green · 2 missed · 3 off-canopy. Most polygons here are ORANGE — one crown covering several surveyed trees — so the detector under-counts even where it agrees.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Census trees the model missed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MODEL crowns (left)  vs  CENSUS trees (right) · identical imagery · JP Nagar run C · tile r02_c09 · 50 m across</a:t>
            </a:r>
          </a:p>
        </p:txBody>
      </p:sp>
      <p:pic>
        <p:nvPicPr>
          <p:cNvPr id="3" name="Picture 2" descr="r02_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01" y="1517904"/>
            <a:ext cx="761751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4 crowns vs 22 census trees. 15 cyan points sit on obvious canopy with no polygon drawn — detector false negatives. The tile is not one-sided though: 4 red points are off-canopy census error and 1 is matched but not green.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Crowns the census never surveyed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MODEL crowns (left)  vs  CENSUS trees (right) · identical imagery · JP Nagar run C · tile r04_c01 · 50 m across</a:t>
            </a:r>
          </a:p>
        </p:txBody>
      </p:sp>
      <p:pic>
        <p:nvPicPr>
          <p:cNvPr id="3" name="Picture 2" descr="r04_c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01" y="1517904"/>
            <a:ext cx="761751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14 crowns, 0 census points in the tile — 12 of the 14 are YELLOW (green crown, no census tree). A survey coverage gap, and why raw precision understates the model. (1 crown still counts as validated: its 4 m buffer reaches a consensus point in the neighbouring tile.)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Full extent — all crowns, all census trees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JP Nagar run C · left: 672 model crowns · right: 594 census consensus trees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484" y="1517904"/>
            <a:ext cx="811855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The census footprint stops well short of the image's western edge — 126 of 672 crowns fall outside it entirely.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Lalbagh — detection only, no census</a:t>
            </a:r>
          </a:p>
          <a:p>
            <a:pPr>
              <a:defRPr sz="1450">
                <a:solidFill>
                  <a:srgbClr val="9A9C95"/>
                </a:solidFill>
              </a:defRPr>
            </a:pPr>
            <a:r>
              <a:t>163 crowns · the census contains zero points inside this ortho</a:t>
            </a:r>
          </a:p>
        </p:txBody>
      </p:sp>
      <p:pic>
        <p:nvPicPr>
          <p:cNvPr id="3" name="Picture 2" descr="lalbagh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864" y="1517904"/>
            <a:ext cx="484379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A9C95"/>
                </a:solidFill>
              </a:defRPr>
            </a:pPr>
            <a:r>
              <a:t>8.1% of the canopy enclosed; 93.7% of crown area on vegetation (a sanity check, not a precision score). It fires on isolated specimens, stays silent on closed canopy — 97% of which sits in blobs above predict.py's 200 m² cap.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8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E8E8E2"/>
                </a:solidFill>
              </a:defRPr>
            </a:pPr>
            <a:r>
              <a:t>What this means for the census as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Usable — but only as a clipped, filtered subset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Clip to the surveyed footprint; keep only on-canopy consensus points (~half of them); collapse duplicates before training.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It supervises detection and counting, not segmentation — the census gives points, not crown outlines.</a:t>
            </a:r>
          </a:p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Two detector faults found on the way, both mechanical</a:t>
            </a:r>
          </a:p>
          <a:p>
            <a:pPr>
              <a:spcAft>
                <a:spcPts val="900"/>
              </a:spcAft>
              <a:defRPr sz="1550" b="0">
                <a:solidFill>
                  <a:srgbClr val="E8E8E2"/>
                </a:solidFill>
              </a:defRPr>
            </a:pPr>
            <a:r>
              <a:t>buffer &gt; tile_size made the core tile smaller than a crown; conf_threshold 0.75 (applied three times in predict.py) discarded many ambiguous closed-canopy crowns. Fixing both took canopy coverage 3.1% → 15.1% and recall 16% → 56%, with the census unchanged.</a:t>
            </a:r>
          </a:p>
          <a:p>
            <a:pPr>
              <a:spcAft>
                <a:spcPts val="900"/>
              </a:spcAft>
              <a:defRPr sz="1550" b="1">
                <a:solidFill>
                  <a:srgbClr val="6EBE78"/>
                </a:solidFill>
              </a:defRPr>
            </a:pPr>
            <a:r>
              <a:t>Next: raise the hard crown-area cap</a:t>
            </a:r>
          </a:p>
          <a:p>
            <a:pPr>
              <a:spcAft>
                <a:spcPts val="900"/>
              </a:spcAft>
              <a:defRPr sz="1550" b="0">
                <a:solidFill>
                  <a:srgbClr val="F0AA3C"/>
                </a:solidFill>
              </a:defRPr>
            </a:pPr>
            <a:r>
              <a:t>predict.py drops any crown outside 4–200 m², yet 80% of JP Nagar's and 97% of Lalbagh's canopy sits in connected blobs larger than that. Test this before swapping detector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